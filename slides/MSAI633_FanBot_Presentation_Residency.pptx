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8"/>
    <p:restoredTop sz="65101"/>
  </p:normalViewPr>
  <p:slideViewPr>
    <p:cSldViewPr snapToGrid="0" snapToObjects="1">
      <p:cViewPr varScale="1">
        <p:scale>
          <a:sx n="82" d="100"/>
          <a:sy n="82" d="100"/>
        </p:scale>
        <p:origin x="1632"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698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en-US" dirty="0"/>
              <a:t>Quick context for anyone who doesn’t play. In Genshin, a “pull” is a paid random draw, about two dollars each, for a chance at a rare character, and that chance is under one percent. It works like a loot box: you pay for a chance, not the item. Some players have trouble stopping, so we drew two lines.</a:t>
            </a:r>
          </a:p>
          <a:p>
            <a:pPr rtl="0"/>
            <a:r>
              <a:rPr lang="en-US" dirty="0"/>
              <a:t>Someone asks, “I haven’t paid rent — should I pull for Nefer?” </a:t>
            </a:r>
            <a:r>
              <a:rPr lang="en-US" dirty="0" err="1"/>
              <a:t>FanBot</a:t>
            </a:r>
            <a:r>
              <a:rPr lang="en-US" dirty="0"/>
              <a:t> gives the facts about the character, with sources, and never says pull or don’t pull. Then it adds: facts only, not spending advice, only spend what you can afford to lose. The decision stays with the player.</a:t>
            </a:r>
          </a:p>
          <a:p>
            <a:pPr rtl="0"/>
            <a:r>
              <a:rPr lang="en-US" dirty="0"/>
              <a:t>“I bought crystals and they never arrived.” A wiki can’t fix that, so </a:t>
            </a:r>
            <a:r>
              <a:rPr lang="en-US" dirty="0" err="1"/>
              <a:t>FanBot</a:t>
            </a:r>
            <a:r>
              <a:rPr lang="en-US" dirty="0"/>
              <a:t> sends the player to </a:t>
            </a:r>
            <a:r>
              <a:rPr lang="en-US" dirty="0" err="1"/>
              <a:t>HoYoverse</a:t>
            </a:r>
            <a:r>
              <a:rPr lang="en-US" dirty="0"/>
              <a:t> support.</a:t>
            </a:r>
          </a:p>
          <a:p>
            <a:pPr rtl="0"/>
            <a:r>
              <a:rPr lang="en-US" dirty="0"/>
              <a:t>Two quieter protections. Anyone can edit a wiki, so someone could hide instructions for the AI in a page. We planted a page with three hidden attacks. The first time, one got through. We fixed it, and on the retest none did. And every number in an answer is checked against its source. That’s how we caught the bot writing 218.8 when the page said 218.88.</a:t>
            </a:r>
          </a:p>
          <a:p>
            <a:pPr rtl="0"/>
            <a:r>
              <a:rPr lang="en-US" dirty="0"/>
              <a:t>Ibukun’s going to show you this live.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5.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6.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0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5.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6.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240</Words>
  <Application>Microsoft Macintosh PowerPoint</Application>
  <PresentationFormat>Widescreen</PresentationFormat>
  <Paragraphs>5</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Vyjayanthi Vivek Kamath</cp:lastModifiedBy>
  <cp:revision>3</cp:revision>
  <dcterms:created xsi:type="dcterms:W3CDTF">2013-01-27T09:14:16Z</dcterms:created>
  <dcterms:modified xsi:type="dcterms:W3CDTF">2026-10-11T15:01:41Z</dcterms:modified>
  <cp:category/>
</cp:coreProperties>
</file>